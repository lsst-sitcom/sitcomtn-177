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V-Modes and the OFC Control Loop</a:t>
            </a:r>
          </a:p>
          <a:p>
            <a:pPr algn="l"/>
            <a:r>
              <a:rPr sz="2400">
                <a:solidFill>
                  <a:srgbClr val="AACCEE"/>
                </a:solidFill>
              </a:rPr>
              <a:t>Mathematical foundations of the Active Optics closed-loop control</a:t>
            </a:r>
          </a:p>
          <a:p/>
          <a:p>
            <a:pPr algn="l"/>
            <a:r>
              <a:rPr sz="1800">
                <a:solidFill>
                  <a:srgbClr val="88AACC"/>
                </a:solidFill>
              </a:rPr>
              <a:t>Vera C. Rubin Observatory  —  AOS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B3A5C"/>
                </a:solidFill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</a:rPr>
              <a:t>The forward optical model:  y = A x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</a:rPr>
              <a:t>DOF normalization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</a:rPr>
              <a:t>State estimation: solving the inverse problem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</a:rPr>
              <a:t>V-modes: definition, interpretation, and truncation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</a:rPr>
              <a:t>PID control in DOF space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</a:rPr>
              <a:t>PID control in v-mode space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</a:rPr>
              <a:t>Equivalent DOF-space gain and cross-coupling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The Forward Optical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</a:rPr>
              <a:t>Forward Model: y = A 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The sensitivity matrix A maps DOF changes to wavefront errors (Zernike coefficients) across the focal plane: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8B0000"/>
                </a:solidFill>
                <a:latin typeface="Consolas"/>
              </a:rPr>
              <a:t>y  =  A ·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6324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y ∈ ℝᵐ  —  wavefront error vector (m = n_sensors × n_Zernikes = 4 × 19 = 76)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A ∈ ℝᵐˣⁿ  —  sensitivity matrix, evaluated at sensor field angles and camera rotation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x ∈ ℝⁿ  —  DOF state vector (n = 22 used DOFs: 5 M2 hex + 5 cam hex + 7 M1M3 bend + 5 M2 bend)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83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A is constructed from a double Zernike expansion of the optical model. It depends on sensor positions and the camera rotation angle.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</a:rPr>
              <a:t>DOF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DOFs span different physical scales (hexapod μm, rotations deg, bending mode coefficients). A diagonal normalization matrix makes them comparable: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8B0000"/>
                </a:solidFill>
                <a:latin typeface="Consolas"/>
              </a:rPr>
              <a:t>N = diag(w₁, w₂, …, wₙ)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The normalized sensitivity matrix and coordinates: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20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8B0000"/>
                </a:solidFill>
                <a:latin typeface="Consolas"/>
              </a:rPr>
              <a:t>Ã = A · N          ẍ = N⁻¹ ·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So the forward model in normalized coordinates becomes:   y = Ã · 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D2D2D"/>
                </a:solidFill>
              </a:rPr>
              <a:t>Normalization weights come from the range-fwhm.yaml configuration (see Martínez-Galarza et al. 2024, Eqs. 9–11).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State Estimation</a:t>
            </a:r>
          </a:p>
          <a:p>
            <a:pPr algn="l"/>
            <a:r>
              <a:rPr sz="2400">
                <a:solidFill>
                  <a:srgbClr val="AACCEE"/>
                </a:solidFill>
              </a:rPr>
              <a:t>Solving the inverse problem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</a:rPr>
              <a:t>State Estimation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Given measured wavefront error y_meas, estimate the DOF state. Three steps: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1.  Compute residual wavefront error: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8B0000"/>
                </a:solidFill>
                <a:latin typeface="Consolas"/>
              </a:rPr>
              <a:t>y = y_meas  −  y_intrinsic  −  y₂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2.  SVD truncation — discard poorly constrained modes: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118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8B0000"/>
                </a:solidFill>
                <a:latin typeface="Consolas"/>
              </a:rPr>
              <a:t>Ã = U · Σ · V_h     →   set σᵢ = 0  for  i &gt;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3.  Noise-weighted pseudo-inverse and de-normalization: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8B0000"/>
                </a:solidFill>
                <a:latin typeface="Consolas"/>
              </a:rPr>
              <a:t>ẍ = pinv(C⁻½ Ãₖ) · C⁻½ · y          x̂ = N · 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D2D2D"/>
                </a:solidFill>
              </a:rPr>
              <a:t>C is the measurement noise covariance (see chapters 1–6 of SITCOMTN-177). Truncation index k = 12 retains 12 of 22 v-modes.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V-Modes</a:t>
            </a:r>
          </a:p>
          <a:p>
            <a:pPr algn="l"/>
            <a:r>
              <a:rPr sz="2400">
                <a:solidFill>
                  <a:srgbClr val="AACCEE"/>
                </a:solidFill>
              </a:rPr>
              <a:t>Definition, interpretation, and truncation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</a:rPr>
              <a:t>V-Mode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V-modes are the right singular vectors of the normalized sensitivity matrix: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8B0000"/>
                </a:solidFill>
                <a:latin typeface="Consolas"/>
              </a:rPr>
              <a:t>Ã = U · diag(σ₁, …, σₙ) · V_h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80360"/>
            <a:ext cx="9601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Each ROW of V_h is a v-mode:  vᵢ = (V_h)ᵢ,:  ∈ ℝⁿ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Each v-mode is a LINEAR COMBINATION of all normalized DOFs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σᵢ = optical leverage: wavefront change per unit of v-mode i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V-modes are sorted: σ₁ ≥ σ₂ ≥ … ≥ σₙ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Number of v-modes = number of used DOFs (22 with current config)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</a:rPr>
              <a:t>V-Mode Coordinate Transformations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DOFs to v-modes: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8B0000"/>
                </a:solidFill>
                <a:latin typeface="Consolas"/>
              </a:rPr>
              <a:t>v  =  V_h · N⁻¹ ·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V-modes to DOFs: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546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8B0000"/>
                </a:solidFill>
                <a:latin typeface="Consolas"/>
              </a:rPr>
              <a:t>x  =  N · V_hᵀ · 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These transforms are exact and lossless because V_hᵀ V_h = 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D2D2D"/>
                </a:solidFill>
              </a:rPr>
              <a:t>In ts_ofc: StateEstimator.get_vmodes_from_dofs() and StateEstimator.get_dofs_from_vmodes()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</a:rPr>
              <a:t>Why V-Modes Map to Specific Aberrations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Each v-mode produces a characteristic wavefront pattern described by the LEFT singular vector uᵢ = U[:,i]: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601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uᵢ contains the Zernike coefficients (across all sensors) resulting from commanding v-mode i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If uᵢ is dominated by Z4 coefficients → v-mode i is "the focus mode"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If uⱼ is dominated by Z11 coefficients → v-mode j is "the spherical mode"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The SVD discovers these optical eigenmodes automatically from the sensitivity matrix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The association is approximate: each v-mode has a dominant Zernike plus smaller contributions to others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This is why operators say "v-mode 5 is focus" or "v-mode 12 is spherical": each v-mode is the most efficient DOF combination for producing that aberration.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</a:rPr>
              <a:t>Truncation and V-Mode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The singular values σᵢ determine which v-modes are well-constrained by the measurements: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V-modes 0 – (k−1):  large σᵢ, produce measurable wavefront changes, reliably reconstructed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V-modes k – (n−1):  small σᵢ, buried in noise, discarded during state estimation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With truncation_index = 12 and n = 22 DOFs: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12 v-modes retained (well-constrained)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10 v-modes discarded (noise-dominated)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The PID controller still operates on all 22 v-modes, but the state estimate for v-modes 12–21 is effectively zero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PID Control</a:t>
            </a:r>
          </a:p>
          <a:p>
            <a:pPr algn="l"/>
            <a:r>
              <a:rPr sz="2400">
                <a:solidFill>
                  <a:srgbClr val="AACCEE"/>
                </a:solidFill>
              </a:rPr>
              <a:t>In DOF space and v-mode space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</a:rPr>
              <a:t>PID in DOF Space  (control_vmodes = False)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The PID operates directly on DOF estimates: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8B0000"/>
                </a:solidFill>
                <a:latin typeface="Consolas"/>
              </a:rPr>
              <a:t>eₖ = setpoint − x̂ₖ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06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8B0000"/>
                </a:solidFill>
                <a:latin typeface="Consolas"/>
              </a:rPr>
              <a:t>uₖ = K_p · eₖ  +  K_i · Iₖ  +  K_d · dₖ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K_p = diag(kp[dof_idx]) — proportional gain per DOF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K_i = diag(ki[dof_idx]) — integral gain per DOF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Iₖ accumulates past errors, clipped by max_integral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2D2D2D"/>
                </a:solidFill>
              </a:rPr>
              <a:t>•  Correction applied: xₖ₊₁ = xₖ + (−uₖ)  (negative feedback)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Gain meaning: kp[0] = 0.18 → "correct 18% of M2 hex dZ error per iteration". Conservative gain ensures stability despite noise and model errors.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</a:rPr>
              <a:t>PID in V-Mode Space  (control_vmodes = True)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Three steps wrap around the same PID core: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Step 1 — Project DOF estimate to v-modes: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8B0000"/>
                </a:solidFill>
                <a:latin typeface="Consolas"/>
              </a:rPr>
              <a:t>v̂ₖ = V_h · N⁻¹ · x̂ₖ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Step 2 — PID in v-mode space: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37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8B0000"/>
                </a:solidFill>
                <a:latin typeface="Consolas"/>
              </a:rPr>
              <a:t>uₖᵛ = K_pᵛ · eₖᵛ  +  K_iᵛ · Iₖᵛ  +  K_dᵛ · dₖᵛ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Step 3 — Project correction back to DOFs: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8B0000"/>
                </a:solidFill>
                <a:latin typeface="Consolas"/>
              </a:rPr>
              <a:t>uₖ = N · V_hᵀ · uₖᵛ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Advantage: different gains per optical importance level. High gain on well-constrained modes, low gain on noisy modes.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B3A5C"/>
                </a:solidFill>
              </a:rPr>
              <a:t>Equivalent DOF-Space 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Composing the three v-mode steps, the effective DOF gain 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B0000"/>
                </a:solidFill>
                <a:latin typeface="Consolas"/>
              </a:rPr>
              <a:t>K_eff = N · V_hᵀ · K_pᵛ · V_h · N⁻¹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When K_p is a uniform scalar kₚ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546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8B0000"/>
                </a:solidFill>
                <a:latin typeface="Consolas"/>
              </a:rPr>
              <a:t>K_eff = kₚ · N · V_hᵀ V_h · N⁻¹  =  kₚ ·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→  V-mode round-trip cancels. Identical to DOF-space control.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When K_p has two gain levels (0.18 for top 11, 0.045 for rest):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8B0000"/>
                </a:solidFill>
                <a:latin typeface="Consolas"/>
              </a:rPr>
              <a:t>K_pᵛ = 0.045 · I  +  0.135 · P₁₁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D2D2D"/>
                </a:solidFill>
              </a:rPr>
              <a:t>P₁₁ = projection onto first 11 v-modes. Applies uniform base gain + boost on most important optical modes. Creates cross-DOF coupling (coordinated multi-DOF corrections).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Summary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B3A5C"/>
                </a:solidFill>
              </a:rPr>
              <a:t>DOF Space vs. V-Mode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</a:rPr>
              <a:t>DOF space (control_vmodes = False)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</a:rPr>
              <a:t>State = physical DOFs (hexapod positions, bending modes)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</a:rPr>
              <a:t>Gain = correction fraction per physical DOF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</a:rPr>
              <a:t>Simple, physically intuitive, no cross-coupling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</a:rPr>
              <a:t>V-mode space (control_vmodes = True)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</a:rPr>
              <a:t>State = optical eigenmodes ordered by singular value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</a:rPr>
              <a:t>Gain = correction fraction per optical mode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</a:rPr>
              <a:t>Enables gain tuning by optical importance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2D2D2D"/>
                </a:solidFill>
              </a:rPr>
              <a:t>Creates coordinated multi-DOF corrections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B3A5C"/>
                </a:solidFill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</a:rPr>
              <a:t>V-modes are linear combinations of normalized DOFs, discovered by SVD of the sensitivity matrix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</a:rPr>
              <a:t>Each v-mode produces a dominant Zernike pattern (focus, astigmatism, spherical, ...)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</a:rPr>
              <a:t>Singular values rank v-modes by optical leverage; truncation discards noisy modes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</a:rPr>
              <a:t>With uniform scalar gain, v-mode control = DOF control (round-trip cancels)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</a:rPr>
              <a:t>With per-v-mode gains, the system boosts important modes and dampens noisy ones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D2D2D"/>
                </a:solidFill>
              </a:rPr>
              <a:t>Number of v-modes = number of used DOFs (currently 22)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